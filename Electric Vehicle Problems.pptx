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6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57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7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45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9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35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9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6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6088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944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409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724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45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4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53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Raunak Kumar</cp:lastModifiedBy>
  <cp:revision>8</cp:revision>
  <dcterms:created xsi:type="dcterms:W3CDTF">2024-02-05T09:30:29Z</dcterms:created>
  <dcterms:modified xsi:type="dcterms:W3CDTF">2026-03-26T01:09:51Z</dcterms:modified>
</cp:coreProperties>
</file>